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019300"/>
            <a:ext cx="12192000" cy="4105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124577"/>
            <a:ext cx="12191999" cy="73152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019300"/>
            <a:ext cx="12192000" cy="41052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124577"/>
            <a:ext cx="12191999" cy="7315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1555" y="787400"/>
            <a:ext cx="10968888" cy="773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9440" y="1738630"/>
            <a:ext cx="6993890" cy="3434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2191999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04514" y="2874899"/>
            <a:ext cx="5715635" cy="1311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61290" indent="-130175">
              <a:lnSpc>
                <a:spcPct val="100000"/>
              </a:lnSpc>
              <a:spcBef>
                <a:spcPts val="130"/>
              </a:spcBef>
              <a:buSzPct val="96363"/>
              <a:buFont typeface="Arial MT"/>
              <a:buChar char="•"/>
              <a:tabLst>
                <a:tab pos="161290" algn="l"/>
              </a:tabLst>
            </a:pPr>
            <a:r>
              <a:rPr dirty="0" sz="2750">
                <a:latin typeface="Arial MT"/>
                <a:cs typeface="Arial MT"/>
              </a:rPr>
              <a:t>Project</a:t>
            </a:r>
            <a:r>
              <a:rPr dirty="0" sz="2750" spc="-30">
                <a:latin typeface="Arial MT"/>
                <a:cs typeface="Arial MT"/>
              </a:rPr>
              <a:t> </a:t>
            </a:r>
            <a:r>
              <a:rPr dirty="0" sz="2750" spc="-50">
                <a:latin typeface="Arial MT"/>
                <a:cs typeface="Arial MT"/>
              </a:rPr>
              <a:t>Name:</a:t>
            </a:r>
            <a:r>
              <a:rPr dirty="0" sz="2750" spc="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Password</a:t>
            </a:r>
            <a:r>
              <a:rPr dirty="0" sz="2750" spc="6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Generator</a:t>
            </a:r>
            <a:endParaRPr sz="2750">
              <a:latin typeface="Arial MT"/>
              <a:cs typeface="Arial MT"/>
            </a:endParaRPr>
          </a:p>
          <a:p>
            <a:pPr marL="161290" indent="-130175">
              <a:lnSpc>
                <a:spcPts val="3265"/>
              </a:lnSpc>
              <a:spcBef>
                <a:spcPts val="80"/>
              </a:spcBef>
              <a:buSzPct val="96363"/>
              <a:buChar char="•"/>
              <a:tabLst>
                <a:tab pos="161290" algn="l"/>
              </a:tabLst>
            </a:pPr>
            <a:r>
              <a:rPr dirty="0" sz="2750">
                <a:latin typeface="Arial MT"/>
                <a:cs typeface="Arial MT"/>
              </a:rPr>
              <a:t>Language:</a:t>
            </a:r>
            <a:r>
              <a:rPr dirty="0" sz="2750" spc="-14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Python</a:t>
            </a:r>
            <a:endParaRPr sz="2750">
              <a:latin typeface="Arial MT"/>
              <a:cs typeface="Arial MT"/>
            </a:endParaRPr>
          </a:p>
          <a:p>
            <a:pPr marL="161290" indent="-130175">
              <a:lnSpc>
                <a:spcPts val="3445"/>
              </a:lnSpc>
              <a:buSzPct val="96363"/>
              <a:buChar char="•"/>
              <a:tabLst>
                <a:tab pos="161290" algn="l"/>
                <a:tab pos="2837180" algn="l"/>
              </a:tabLst>
            </a:pPr>
            <a:r>
              <a:rPr dirty="0" sz="2750" spc="-20">
                <a:latin typeface="Arial MT"/>
                <a:cs typeface="Arial MT"/>
              </a:rPr>
              <a:t>Class</a:t>
            </a:r>
            <a:r>
              <a:rPr dirty="0" sz="2750" spc="-40">
                <a:latin typeface="Arial MT"/>
                <a:cs typeface="Arial MT"/>
              </a:rPr>
              <a:t> </a:t>
            </a:r>
            <a:r>
              <a:rPr dirty="0" sz="2750" spc="415">
                <a:latin typeface="Arial MT"/>
                <a:cs typeface="Arial MT"/>
              </a:rPr>
              <a:t>/</a:t>
            </a:r>
            <a:r>
              <a:rPr dirty="0" sz="2750" spc="-5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Subject: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900" spc="60" i="1">
                <a:latin typeface="Arial"/>
                <a:cs typeface="Arial"/>
              </a:rPr>
              <a:t>3</a:t>
            </a:r>
            <a:r>
              <a:rPr dirty="0" baseline="22792" sz="2925" spc="89" i="1">
                <a:latin typeface="Arial"/>
                <a:cs typeface="Arial"/>
              </a:rPr>
              <a:t>rd</a:t>
            </a:r>
            <a:r>
              <a:rPr dirty="0" baseline="22792" sz="2925" spc="187" i="1">
                <a:latin typeface="Arial"/>
                <a:cs typeface="Arial"/>
              </a:rPr>
              <a:t> </a:t>
            </a:r>
            <a:r>
              <a:rPr dirty="0" sz="2900" spc="-20" i="1">
                <a:latin typeface="Arial"/>
                <a:cs typeface="Arial"/>
              </a:rPr>
              <a:t>year</a:t>
            </a:r>
            <a:r>
              <a:rPr dirty="0" sz="2900" spc="-45" i="1">
                <a:latin typeface="Arial"/>
                <a:cs typeface="Arial"/>
              </a:rPr>
              <a:t> </a:t>
            </a:r>
            <a:r>
              <a:rPr dirty="0" sz="2900" spc="-10" i="1">
                <a:latin typeface="Arial"/>
                <a:cs typeface="Arial"/>
              </a:rPr>
              <a:t>Linux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6586" y="1055750"/>
            <a:ext cx="7396480" cy="504825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3885"/>
              </a:lnSpc>
            </a:pPr>
            <a:r>
              <a:rPr dirty="0" sz="3600" spc="-105" b="0">
                <a:latin typeface="Arial MT"/>
                <a:cs typeface="Arial MT"/>
              </a:rPr>
              <a:t>P.B.R</a:t>
            </a:r>
            <a:r>
              <a:rPr dirty="0" sz="3600" spc="-120" b="0">
                <a:latin typeface="Arial MT"/>
                <a:cs typeface="Arial MT"/>
              </a:rPr>
              <a:t> </a:t>
            </a:r>
            <a:r>
              <a:rPr dirty="0" sz="3600" spc="-110" b="0">
                <a:latin typeface="Arial MT"/>
                <a:cs typeface="Arial MT"/>
              </a:rPr>
              <a:t>Visvodaya</a:t>
            </a:r>
            <a:r>
              <a:rPr dirty="0" sz="3600" spc="-140" b="0">
                <a:latin typeface="Arial MT"/>
                <a:cs typeface="Arial MT"/>
              </a:rPr>
              <a:t> </a:t>
            </a:r>
            <a:r>
              <a:rPr dirty="0" sz="3600" spc="-10" b="0">
                <a:latin typeface="Arial MT"/>
                <a:cs typeface="Arial MT"/>
              </a:rPr>
              <a:t>Engineering</a:t>
            </a:r>
            <a:r>
              <a:rPr dirty="0" sz="3600" spc="-135" b="0">
                <a:latin typeface="Arial MT"/>
                <a:cs typeface="Arial MT"/>
              </a:rPr>
              <a:t> </a:t>
            </a:r>
            <a:r>
              <a:rPr dirty="0" sz="3600" spc="-40" b="0">
                <a:latin typeface="Arial MT"/>
                <a:cs typeface="Arial MT"/>
              </a:rPr>
              <a:t>College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3900" y="4105275"/>
            <a:ext cx="3733800" cy="1952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14222" y="1478914"/>
            <a:ext cx="2150110" cy="4000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45"/>
              </a:lnSpc>
            </a:pPr>
            <a:r>
              <a:rPr dirty="0" sz="2750" spc="-75" b="1">
                <a:latin typeface="Arial"/>
                <a:cs typeface="Arial"/>
              </a:rPr>
              <a:t>Introduction:-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2347" y="2288857"/>
            <a:ext cx="8974455" cy="21564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5890" indent="-130175">
              <a:lnSpc>
                <a:spcPct val="100000"/>
              </a:lnSpc>
              <a:spcBef>
                <a:spcPts val="125"/>
              </a:spcBef>
              <a:buSzPct val="96363"/>
              <a:buChar char="•"/>
              <a:tabLst>
                <a:tab pos="135890" algn="l"/>
              </a:tabLst>
            </a:pPr>
            <a:r>
              <a:rPr dirty="0" sz="2750">
                <a:latin typeface="Arial MT"/>
                <a:cs typeface="Arial MT"/>
              </a:rPr>
              <a:t>Passwords</a:t>
            </a:r>
            <a:r>
              <a:rPr dirty="0" sz="2750" spc="1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protect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personal</a:t>
            </a:r>
            <a:r>
              <a:rPr dirty="0" sz="2750" spc="1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sensitive</a:t>
            </a:r>
            <a:r>
              <a:rPr dirty="0" sz="2750" spc="15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data</a:t>
            </a:r>
            <a:endParaRPr sz="2750">
              <a:latin typeface="Arial MT"/>
              <a:cs typeface="Arial MT"/>
            </a:endParaRPr>
          </a:p>
          <a:p>
            <a:pPr marL="135890" indent="-130175">
              <a:lnSpc>
                <a:spcPct val="100000"/>
              </a:lnSpc>
              <a:spcBef>
                <a:spcPts val="80"/>
              </a:spcBef>
              <a:buSzPct val="96363"/>
              <a:buChar char="•"/>
              <a:tabLst>
                <a:tab pos="135890" algn="l"/>
              </a:tabLst>
            </a:pPr>
            <a:r>
              <a:rPr dirty="0" sz="2750" spc="-75">
                <a:latin typeface="Arial MT"/>
                <a:cs typeface="Arial MT"/>
              </a:rPr>
              <a:t>Weak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passwords</a:t>
            </a:r>
            <a:r>
              <a:rPr dirty="0" sz="2750" spc="-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are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-35">
                <a:latin typeface="Arial MT"/>
                <a:cs typeface="Arial MT"/>
              </a:rPr>
              <a:t>easy</a:t>
            </a:r>
            <a:r>
              <a:rPr dirty="0" sz="2750" spc="-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to</a:t>
            </a:r>
            <a:r>
              <a:rPr dirty="0" sz="2750" spc="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guess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150">
                <a:latin typeface="Arial MT"/>
                <a:cs typeface="Arial MT"/>
              </a:rPr>
              <a:t>or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hack</a:t>
            </a:r>
            <a:endParaRPr sz="2750">
              <a:latin typeface="Arial MT"/>
              <a:cs typeface="Arial MT"/>
            </a:endParaRPr>
          </a:p>
          <a:p>
            <a:pPr marL="12700" marR="5080" indent="-6985">
              <a:lnSpc>
                <a:spcPts val="3379"/>
              </a:lnSpc>
              <a:spcBef>
                <a:spcPts val="50"/>
              </a:spcBef>
              <a:buSzPct val="96363"/>
              <a:buChar char="•"/>
              <a:tabLst>
                <a:tab pos="135890" algn="l"/>
              </a:tabLst>
            </a:pP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>
                <a:latin typeface="Arial MT"/>
                <a:cs typeface="Arial MT"/>
              </a:rPr>
              <a:t>This</a:t>
            </a:r>
            <a:r>
              <a:rPr dirty="0" sz="2750" spc="-30">
                <a:latin typeface="Arial MT"/>
                <a:cs typeface="Arial MT"/>
              </a:rPr>
              <a:t> </a:t>
            </a:r>
            <a:r>
              <a:rPr dirty="0" sz="2750" spc="60">
                <a:latin typeface="Arial MT"/>
                <a:cs typeface="Arial MT"/>
              </a:rPr>
              <a:t>project</a:t>
            </a:r>
            <a:r>
              <a:rPr dirty="0" sz="2750" spc="-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generates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-60" b="1">
                <a:latin typeface="Arial"/>
                <a:cs typeface="Arial"/>
              </a:rPr>
              <a:t>strong,</a:t>
            </a:r>
            <a:r>
              <a:rPr dirty="0" sz="2750" spc="-10" b="1">
                <a:latin typeface="Arial"/>
                <a:cs typeface="Arial"/>
              </a:rPr>
              <a:t> </a:t>
            </a:r>
            <a:r>
              <a:rPr dirty="0" sz="2750" spc="-70" b="1">
                <a:latin typeface="Arial"/>
                <a:cs typeface="Arial"/>
              </a:rPr>
              <a:t>random</a:t>
            </a:r>
            <a:r>
              <a:rPr dirty="0" sz="2750" b="1">
                <a:latin typeface="Arial"/>
                <a:cs typeface="Arial"/>
              </a:rPr>
              <a:t> </a:t>
            </a:r>
            <a:r>
              <a:rPr dirty="0" sz="2750" spc="-140" b="1">
                <a:latin typeface="Arial"/>
                <a:cs typeface="Arial"/>
              </a:rPr>
              <a:t>passwords</a:t>
            </a:r>
            <a:r>
              <a:rPr dirty="0" sz="2750" spc="30" b="1">
                <a:latin typeface="Arial"/>
                <a:cs typeface="Arial"/>
              </a:rPr>
              <a:t> </a:t>
            </a:r>
            <a:r>
              <a:rPr dirty="0" sz="2750" spc="-10">
                <a:latin typeface="Arial MT"/>
                <a:cs typeface="Arial MT"/>
              </a:rPr>
              <a:t>using Python</a:t>
            </a:r>
            <a:endParaRPr sz="2750">
              <a:latin typeface="Arial MT"/>
              <a:cs typeface="Arial MT"/>
            </a:endParaRPr>
          </a:p>
          <a:p>
            <a:pPr marL="135890" indent="-130175">
              <a:lnSpc>
                <a:spcPts val="3254"/>
              </a:lnSpc>
              <a:buSzPct val="96363"/>
              <a:buChar char="•"/>
              <a:tabLst>
                <a:tab pos="135890" algn="l"/>
              </a:tabLst>
            </a:pPr>
            <a:r>
              <a:rPr dirty="0" sz="2750">
                <a:latin typeface="Arial MT"/>
                <a:cs typeface="Arial MT"/>
              </a:rPr>
              <a:t>Helps</a:t>
            </a:r>
            <a:r>
              <a:rPr dirty="0" sz="2750" spc="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users</a:t>
            </a:r>
            <a:r>
              <a:rPr dirty="0" sz="2750" spc="6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create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secure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passwords</a:t>
            </a:r>
            <a:r>
              <a:rPr dirty="0" sz="2750" spc="6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quickly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200025"/>
            <a:ext cx="39624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3289" y="1827656"/>
            <a:ext cx="3192780" cy="400050"/>
          </a:xfrm>
          <a:custGeom>
            <a:avLst/>
            <a:gdLst/>
            <a:ahLst/>
            <a:cxnLst/>
            <a:rect l="l" t="t" r="r" b="b"/>
            <a:pathLst>
              <a:path w="3192779" h="400050">
                <a:moveTo>
                  <a:pt x="3192488" y="0"/>
                </a:moveTo>
                <a:lnTo>
                  <a:pt x="3102000" y="0"/>
                </a:lnTo>
                <a:lnTo>
                  <a:pt x="0" y="0"/>
                </a:lnTo>
                <a:lnTo>
                  <a:pt x="0" y="400050"/>
                </a:lnTo>
                <a:lnTo>
                  <a:pt x="3102000" y="400050"/>
                </a:lnTo>
                <a:lnTo>
                  <a:pt x="3192488" y="400050"/>
                </a:lnTo>
                <a:lnTo>
                  <a:pt x="31924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11567" y="1779587"/>
            <a:ext cx="8818245" cy="25850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75" b="1">
                <a:latin typeface="Arial"/>
                <a:cs typeface="Arial"/>
              </a:rPr>
              <a:t>Problem</a:t>
            </a:r>
            <a:r>
              <a:rPr dirty="0" sz="2750" spc="-85" b="1">
                <a:latin typeface="Arial"/>
                <a:cs typeface="Arial"/>
              </a:rPr>
              <a:t> </a:t>
            </a:r>
            <a:r>
              <a:rPr dirty="0" sz="2750" spc="-25" b="1">
                <a:latin typeface="Arial"/>
                <a:cs typeface="Arial"/>
              </a:rPr>
              <a:t>Statement:-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7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2750" spc="-10">
                <a:latin typeface="Arial MT"/>
                <a:cs typeface="Arial MT"/>
              </a:rPr>
              <a:t>Users</a:t>
            </a:r>
            <a:r>
              <a:rPr dirty="0" sz="2750" spc="1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often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create</a:t>
            </a:r>
            <a:r>
              <a:rPr dirty="0" sz="2750" spc="1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simple</a:t>
            </a:r>
            <a:r>
              <a:rPr dirty="0" sz="2750" spc="1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predictable</a:t>
            </a:r>
            <a:r>
              <a:rPr dirty="0" sz="2750" spc="14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passwords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Remembering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strong</a:t>
            </a:r>
            <a:r>
              <a:rPr dirty="0" sz="2750">
                <a:latin typeface="Arial MT"/>
                <a:cs typeface="Arial MT"/>
              </a:rPr>
              <a:t> passwords</a:t>
            </a:r>
            <a:r>
              <a:rPr dirty="0" sz="2750" spc="15">
                <a:latin typeface="Arial MT"/>
                <a:cs typeface="Arial MT"/>
              </a:rPr>
              <a:t> </a:t>
            </a:r>
            <a:r>
              <a:rPr dirty="0" sz="2750" spc="75">
                <a:latin typeface="Arial MT"/>
                <a:cs typeface="Arial MT"/>
              </a:rPr>
              <a:t>is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80">
                <a:latin typeface="Arial MT"/>
                <a:cs typeface="Arial MT"/>
              </a:rPr>
              <a:t>difficult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Manual</a:t>
            </a:r>
            <a:r>
              <a:rPr dirty="0" sz="2750" spc="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password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 spc="45">
                <a:latin typeface="Arial MT"/>
                <a:cs typeface="Arial MT"/>
              </a:rPr>
              <a:t>creation</a:t>
            </a:r>
            <a:r>
              <a:rPr dirty="0" sz="2750" spc="1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is</a:t>
            </a:r>
            <a:r>
              <a:rPr dirty="0" sz="2750" spc="8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time-</a:t>
            </a:r>
            <a:r>
              <a:rPr dirty="0" sz="2750" spc="-10">
                <a:latin typeface="Arial MT"/>
                <a:cs typeface="Arial MT"/>
              </a:rPr>
              <a:t>consuming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 spc="-130">
                <a:latin typeface="Arial MT"/>
                <a:cs typeface="Arial MT"/>
              </a:rPr>
              <a:t>Need</a:t>
            </a:r>
            <a:r>
              <a:rPr dirty="0" sz="2750" spc="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</a:t>
            </a:r>
            <a:r>
              <a:rPr dirty="0" sz="2750" spc="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automated</a:t>
            </a:r>
            <a:r>
              <a:rPr dirty="0" sz="2750" spc="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secure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 spc="40">
                <a:latin typeface="Arial MT"/>
                <a:cs typeface="Arial MT"/>
              </a:rPr>
              <a:t>solution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98118" y="1694941"/>
            <a:ext cx="3854450" cy="400050"/>
          </a:xfrm>
          <a:custGeom>
            <a:avLst/>
            <a:gdLst/>
            <a:ahLst/>
            <a:cxnLst/>
            <a:rect l="l" t="t" r="r" b="b"/>
            <a:pathLst>
              <a:path w="3854450" h="400050">
                <a:moveTo>
                  <a:pt x="3854437" y="0"/>
                </a:moveTo>
                <a:lnTo>
                  <a:pt x="3763949" y="0"/>
                </a:lnTo>
                <a:lnTo>
                  <a:pt x="0" y="0"/>
                </a:lnTo>
                <a:lnTo>
                  <a:pt x="0" y="400050"/>
                </a:lnTo>
                <a:lnTo>
                  <a:pt x="3763949" y="400050"/>
                </a:lnTo>
                <a:lnTo>
                  <a:pt x="3854437" y="400050"/>
                </a:lnTo>
                <a:lnTo>
                  <a:pt x="385443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86167" y="1646174"/>
            <a:ext cx="6810375" cy="2585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120" b="1">
                <a:latin typeface="Arial"/>
                <a:cs typeface="Arial"/>
              </a:rPr>
              <a:t>Objective</a:t>
            </a:r>
            <a:r>
              <a:rPr dirty="0" sz="2750" spc="-75" b="1">
                <a:latin typeface="Arial"/>
                <a:cs typeface="Arial"/>
              </a:rPr>
              <a:t> </a:t>
            </a:r>
            <a:r>
              <a:rPr dirty="0" sz="2750" b="1">
                <a:latin typeface="Arial"/>
                <a:cs typeface="Arial"/>
              </a:rPr>
              <a:t>of</a:t>
            </a:r>
            <a:r>
              <a:rPr dirty="0" sz="2750" spc="-140" b="1">
                <a:latin typeface="Arial"/>
                <a:cs typeface="Arial"/>
              </a:rPr>
              <a:t> </a:t>
            </a:r>
            <a:r>
              <a:rPr dirty="0" sz="2750" b="1">
                <a:latin typeface="Arial"/>
                <a:cs typeface="Arial"/>
              </a:rPr>
              <a:t>the</a:t>
            </a:r>
            <a:r>
              <a:rPr dirty="0" sz="2750" spc="-100" b="1">
                <a:latin typeface="Arial"/>
                <a:cs typeface="Arial"/>
              </a:rPr>
              <a:t> </a:t>
            </a:r>
            <a:r>
              <a:rPr dirty="0" sz="2750" spc="-10" b="1">
                <a:latin typeface="Arial"/>
                <a:cs typeface="Arial"/>
              </a:rPr>
              <a:t>Project:-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7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2750" spc="-10">
                <a:latin typeface="Arial MT"/>
                <a:cs typeface="Arial MT"/>
              </a:rPr>
              <a:t>Generate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strong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random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passwords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Allow</a:t>
            </a:r>
            <a:r>
              <a:rPr dirty="0" sz="2750" spc="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user</a:t>
            </a:r>
            <a:r>
              <a:rPr dirty="0" sz="2750" spc="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to</a:t>
            </a:r>
            <a:r>
              <a:rPr dirty="0" sz="2750" spc="6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choose</a:t>
            </a:r>
            <a:r>
              <a:rPr dirty="0" sz="2750" spc="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password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length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Include</a:t>
            </a:r>
            <a:r>
              <a:rPr dirty="0" sz="2750" spc="200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letters,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numbers,</a:t>
            </a:r>
            <a:r>
              <a:rPr dirty="0" sz="2750" spc="1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17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symbols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Improve</a:t>
            </a:r>
            <a:r>
              <a:rPr dirty="0" sz="2750" spc="2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online</a:t>
            </a:r>
            <a:r>
              <a:rPr dirty="0" sz="2750" spc="2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security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555" y="787400"/>
            <a:ext cx="4399280" cy="400050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35"/>
              </a:lnSpc>
            </a:pPr>
            <a:r>
              <a:rPr dirty="0" spc="-135"/>
              <a:t>Tools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 spc="-130"/>
              <a:t>Technologies</a:t>
            </a:r>
            <a:r>
              <a:rPr dirty="0" spc="-60"/>
              <a:t> </a:t>
            </a:r>
            <a:r>
              <a:rPr dirty="0" spc="-140"/>
              <a:t>Used:-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9440" y="1595755"/>
            <a:ext cx="5105400" cy="215709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50"/>
              </a:spcBef>
            </a:pPr>
            <a:r>
              <a:rPr dirty="0" sz="2750">
                <a:latin typeface="Arial MT"/>
                <a:cs typeface="Arial MT"/>
              </a:rPr>
              <a:t>Programming</a:t>
            </a:r>
            <a:r>
              <a:rPr dirty="0" sz="2750" spc="23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Language:</a:t>
            </a:r>
            <a:r>
              <a:rPr dirty="0" sz="2750" spc="225">
                <a:latin typeface="Arial MT"/>
                <a:cs typeface="Arial MT"/>
              </a:rPr>
              <a:t> </a:t>
            </a:r>
            <a:r>
              <a:rPr dirty="0" sz="2750" spc="-120" b="1">
                <a:latin typeface="Arial"/>
                <a:cs typeface="Arial"/>
              </a:rPr>
              <a:t>Python </a:t>
            </a:r>
            <a:r>
              <a:rPr dirty="0" sz="2750" spc="60">
                <a:latin typeface="Arial MT"/>
                <a:cs typeface="Arial MT"/>
              </a:rPr>
              <a:t>Libraries</a:t>
            </a:r>
            <a:r>
              <a:rPr dirty="0" sz="2750" spc="9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Used:</a:t>
            </a:r>
            <a:endParaRPr sz="2750">
              <a:latin typeface="Arial MT"/>
              <a:cs typeface="Arial MT"/>
            </a:endParaRPr>
          </a:p>
          <a:p>
            <a:pPr marL="469900" marR="3414395">
              <a:lnSpc>
                <a:spcPts val="3379"/>
              </a:lnSpc>
              <a:spcBef>
                <a:spcPts val="50"/>
              </a:spcBef>
            </a:pPr>
            <a:r>
              <a:rPr dirty="0" sz="2750" spc="-10">
                <a:latin typeface="Arial MT"/>
                <a:cs typeface="Arial MT"/>
              </a:rPr>
              <a:t>random </a:t>
            </a:r>
            <a:r>
              <a:rPr dirty="0" sz="2750" spc="85">
                <a:latin typeface="Arial MT"/>
                <a:cs typeface="Arial MT"/>
              </a:rPr>
              <a:t>string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ts val="3254"/>
              </a:lnSpc>
            </a:pPr>
            <a:r>
              <a:rPr dirty="0" sz="2750" spc="45">
                <a:latin typeface="Arial MT"/>
                <a:cs typeface="Arial MT"/>
              </a:rPr>
              <a:t>Platform:</a:t>
            </a:r>
            <a:r>
              <a:rPr dirty="0" sz="2750" spc="13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Loveable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6775" y="3352800"/>
            <a:ext cx="7429500" cy="2447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555" y="930021"/>
            <a:ext cx="3747135" cy="400050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35"/>
              </a:lnSpc>
            </a:pPr>
            <a:r>
              <a:rPr dirty="0" spc="-95"/>
              <a:t>Working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170"/>
              <a:t> </a:t>
            </a:r>
            <a:r>
              <a:rPr dirty="0"/>
              <a:t>the</a:t>
            </a:r>
            <a:r>
              <a:rPr dirty="0" spc="-114"/>
              <a:t> </a:t>
            </a:r>
            <a:r>
              <a:rPr dirty="0" spc="-80"/>
              <a:t>Project:-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just" marL="12700" marR="1205865">
              <a:lnSpc>
                <a:spcPct val="102400"/>
              </a:lnSpc>
              <a:spcBef>
                <a:spcPts val="50"/>
              </a:spcBef>
            </a:pPr>
            <a:r>
              <a:rPr dirty="0"/>
              <a:t>User</a:t>
            </a:r>
            <a:r>
              <a:rPr dirty="0" spc="55"/>
              <a:t> </a:t>
            </a:r>
            <a:r>
              <a:rPr dirty="0"/>
              <a:t>enters</a:t>
            </a:r>
            <a:r>
              <a:rPr dirty="0" spc="75"/>
              <a:t> </a:t>
            </a:r>
            <a:r>
              <a:rPr dirty="0"/>
              <a:t>desired</a:t>
            </a:r>
            <a:r>
              <a:rPr dirty="0" spc="65"/>
              <a:t> </a:t>
            </a:r>
            <a:r>
              <a:rPr dirty="0"/>
              <a:t>password</a:t>
            </a:r>
            <a:r>
              <a:rPr dirty="0" spc="65"/>
              <a:t> </a:t>
            </a:r>
            <a:r>
              <a:rPr dirty="0" spc="-10"/>
              <a:t>length </a:t>
            </a:r>
            <a:r>
              <a:rPr dirty="0"/>
              <a:t>Program</a:t>
            </a:r>
            <a:r>
              <a:rPr dirty="0" spc="310"/>
              <a:t> </a:t>
            </a:r>
            <a:r>
              <a:rPr dirty="0" spc="-10"/>
              <a:t>selects:</a:t>
            </a:r>
          </a:p>
          <a:p>
            <a:pPr algn="just" marL="469900" marR="3759835">
              <a:lnSpc>
                <a:spcPts val="3379"/>
              </a:lnSpc>
              <a:spcBef>
                <a:spcPts val="50"/>
              </a:spcBef>
            </a:pPr>
            <a:r>
              <a:rPr dirty="0" spc="-25"/>
              <a:t>Uppercase</a:t>
            </a:r>
            <a:r>
              <a:rPr dirty="0" spc="-145"/>
              <a:t> </a:t>
            </a:r>
            <a:r>
              <a:rPr dirty="0" spc="-10"/>
              <a:t>letters </a:t>
            </a:r>
            <a:r>
              <a:rPr dirty="0" spc="-30"/>
              <a:t>Lowercase</a:t>
            </a:r>
            <a:r>
              <a:rPr dirty="0" spc="-105"/>
              <a:t> </a:t>
            </a:r>
            <a:r>
              <a:rPr dirty="0" spc="45"/>
              <a:t>letters </a:t>
            </a:r>
            <a:r>
              <a:rPr dirty="0" spc="-10"/>
              <a:t>Digits</a:t>
            </a:r>
          </a:p>
          <a:p>
            <a:pPr algn="just" marL="469900">
              <a:lnSpc>
                <a:spcPts val="3254"/>
              </a:lnSpc>
            </a:pPr>
            <a:r>
              <a:rPr dirty="0"/>
              <a:t>Special</a:t>
            </a:r>
            <a:r>
              <a:rPr dirty="0" spc="-180"/>
              <a:t> </a:t>
            </a:r>
            <a:r>
              <a:rPr dirty="0" spc="-10"/>
              <a:t>characters</a:t>
            </a:r>
          </a:p>
          <a:p>
            <a:pPr algn="just"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Characters</a:t>
            </a:r>
            <a:r>
              <a:rPr dirty="0" spc="240"/>
              <a:t> </a:t>
            </a:r>
            <a:r>
              <a:rPr dirty="0"/>
              <a:t>are</a:t>
            </a:r>
            <a:r>
              <a:rPr dirty="0" spc="254"/>
              <a:t> </a:t>
            </a:r>
            <a:r>
              <a:rPr dirty="0"/>
              <a:t>randomly</a:t>
            </a:r>
            <a:r>
              <a:rPr dirty="0" spc="235"/>
              <a:t> </a:t>
            </a:r>
            <a:r>
              <a:rPr dirty="0" spc="-10"/>
              <a:t>shuffled</a:t>
            </a:r>
          </a:p>
          <a:p>
            <a:pPr algn="just" marL="12700">
              <a:lnSpc>
                <a:spcPct val="100000"/>
              </a:lnSpc>
            </a:pPr>
            <a:r>
              <a:rPr dirty="0"/>
              <a:t>Strong</a:t>
            </a:r>
            <a:r>
              <a:rPr dirty="0" spc="55"/>
              <a:t> </a:t>
            </a:r>
            <a:r>
              <a:rPr dirty="0"/>
              <a:t>password</a:t>
            </a:r>
            <a:r>
              <a:rPr dirty="0" spc="55"/>
              <a:t> </a:t>
            </a:r>
            <a:r>
              <a:rPr dirty="0" spc="70"/>
              <a:t>is</a:t>
            </a:r>
            <a:r>
              <a:rPr dirty="0" spc="65"/>
              <a:t> </a:t>
            </a:r>
            <a:r>
              <a:rPr dirty="0"/>
              <a:t>generated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55"/>
              <a:t> </a:t>
            </a:r>
            <a:r>
              <a:rPr dirty="0" spc="-10"/>
              <a:t>displayed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700" y="1514475"/>
            <a:ext cx="4991100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78662" y="1240408"/>
            <a:ext cx="1976755" cy="4000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40"/>
              </a:lnSpc>
            </a:pPr>
            <a:r>
              <a:rPr dirty="0" sz="2750" spc="-165" b="1">
                <a:latin typeface="Arial"/>
                <a:cs typeface="Arial"/>
              </a:rPr>
              <a:t>Advantages:-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6432" y="2049399"/>
            <a:ext cx="5267960" cy="2157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2750" spc="-20">
                <a:latin typeface="Arial MT"/>
                <a:cs typeface="Arial MT"/>
              </a:rPr>
              <a:t>Generates</a:t>
            </a:r>
            <a:r>
              <a:rPr dirty="0" sz="2750" spc="-10">
                <a:latin typeface="Arial MT"/>
                <a:cs typeface="Arial MT"/>
              </a:rPr>
              <a:t> </a:t>
            </a:r>
            <a:r>
              <a:rPr dirty="0" sz="2750" spc="55">
                <a:latin typeface="Arial MT"/>
                <a:cs typeface="Arial MT"/>
              </a:rPr>
              <a:t>strong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passwords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 spc="-100">
                <a:latin typeface="Arial MT"/>
                <a:cs typeface="Arial MT"/>
              </a:rPr>
              <a:t>Easy</a:t>
            </a:r>
            <a:r>
              <a:rPr dirty="0" sz="2750" spc="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to</a:t>
            </a:r>
            <a:r>
              <a:rPr dirty="0" sz="2750" spc="40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use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2750" spc="-114">
                <a:latin typeface="Arial MT"/>
                <a:cs typeface="Arial MT"/>
              </a:rPr>
              <a:t>Saves</a:t>
            </a:r>
            <a:r>
              <a:rPr dirty="0" sz="2750" spc="-7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time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 spc="-40">
                <a:latin typeface="Arial MT"/>
                <a:cs typeface="Arial MT"/>
              </a:rPr>
              <a:t>Reduces</a:t>
            </a:r>
            <a:r>
              <a:rPr dirty="0" sz="2750" spc="30">
                <a:latin typeface="Arial MT"/>
                <a:cs typeface="Arial MT"/>
              </a:rPr>
              <a:t> </a:t>
            </a:r>
            <a:r>
              <a:rPr dirty="0" sz="2750" spc="114">
                <a:latin typeface="Arial MT"/>
                <a:cs typeface="Arial MT"/>
              </a:rPr>
              <a:t>risk</a:t>
            </a:r>
            <a:r>
              <a:rPr dirty="0" sz="2750" spc="6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5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hacking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Customizable</a:t>
            </a:r>
            <a:r>
              <a:rPr dirty="0" sz="2750" spc="-9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password</a:t>
            </a:r>
            <a:r>
              <a:rPr dirty="0" sz="2750" spc="-6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length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295400"/>
            <a:ext cx="609600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99464" y="1733549"/>
            <a:ext cx="2110105" cy="400050"/>
          </a:xfrm>
          <a:custGeom>
            <a:avLst/>
            <a:gdLst/>
            <a:ahLst/>
            <a:cxnLst/>
            <a:rect l="l" t="t" r="r" b="b"/>
            <a:pathLst>
              <a:path w="2110104" h="400050">
                <a:moveTo>
                  <a:pt x="2109787" y="0"/>
                </a:moveTo>
                <a:lnTo>
                  <a:pt x="2019300" y="0"/>
                </a:lnTo>
                <a:lnTo>
                  <a:pt x="0" y="0"/>
                </a:lnTo>
                <a:lnTo>
                  <a:pt x="0" y="400050"/>
                </a:lnTo>
                <a:lnTo>
                  <a:pt x="2019300" y="400050"/>
                </a:lnTo>
                <a:lnTo>
                  <a:pt x="2109787" y="400050"/>
                </a:lnTo>
                <a:lnTo>
                  <a:pt x="210978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87780" y="1685036"/>
            <a:ext cx="4592955" cy="3014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60" b="1">
                <a:latin typeface="Arial"/>
                <a:cs typeface="Arial"/>
              </a:rPr>
              <a:t>Applications:-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7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Email</a:t>
            </a:r>
            <a:r>
              <a:rPr dirty="0" sz="2750" spc="-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accounts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Social</a:t>
            </a:r>
            <a:r>
              <a:rPr dirty="0" sz="2750" spc="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media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accounts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Online</a:t>
            </a:r>
            <a:r>
              <a:rPr dirty="0" sz="2750" spc="2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banking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 spc="-40">
                <a:latin typeface="Arial MT"/>
                <a:cs typeface="Arial MT"/>
              </a:rPr>
              <a:t>Websites</a:t>
            </a:r>
            <a:r>
              <a:rPr dirty="0" sz="2750" spc="-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-5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apps</a:t>
            </a:r>
            <a:endParaRPr sz="275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900" algn="l"/>
              </a:tabLst>
            </a:pPr>
            <a:r>
              <a:rPr dirty="0" sz="2750">
                <a:latin typeface="Arial MT"/>
                <a:cs typeface="Arial MT"/>
              </a:rPr>
              <a:t>Personal</a:t>
            </a:r>
            <a:r>
              <a:rPr dirty="0" sz="2750" spc="2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security</a:t>
            </a:r>
            <a:r>
              <a:rPr dirty="0" sz="2750" spc="27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systems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3" y="6122987"/>
            <a:ext cx="12187555" cy="12700"/>
          </a:xfrm>
          <a:custGeom>
            <a:avLst/>
            <a:gdLst/>
            <a:ahLst/>
            <a:cxnLst/>
            <a:rect l="l" t="t" r="r" b="b"/>
            <a:pathLst>
              <a:path w="12187555" h="12700">
                <a:moveTo>
                  <a:pt x="12187236" y="0"/>
                </a:moveTo>
                <a:lnTo>
                  <a:pt x="0" y="0"/>
                </a:lnTo>
                <a:lnTo>
                  <a:pt x="0" y="12700"/>
                </a:lnTo>
                <a:lnTo>
                  <a:pt x="12187236" y="1270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1441" y="166623"/>
            <a:ext cx="1948180" cy="4000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30"/>
              </a:lnSpc>
            </a:pPr>
            <a:r>
              <a:rPr dirty="0" sz="2750" spc="-130" b="1">
                <a:latin typeface="Arial"/>
                <a:cs typeface="Arial"/>
              </a:rPr>
              <a:t>Conclusion:-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974089"/>
            <a:ext cx="7984490" cy="17278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85"/>
              </a:spcBef>
            </a:pPr>
            <a:r>
              <a:rPr dirty="0" sz="2750">
                <a:latin typeface="Arial MT"/>
                <a:cs typeface="Arial MT"/>
              </a:rPr>
              <a:t>Password</a:t>
            </a:r>
            <a:r>
              <a:rPr dirty="0" sz="2750" spc="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Generator</a:t>
            </a:r>
            <a:r>
              <a:rPr dirty="0" sz="2750" spc="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improves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 spc="70">
                <a:latin typeface="Arial MT"/>
                <a:cs typeface="Arial MT"/>
              </a:rPr>
              <a:t>digital</a:t>
            </a:r>
            <a:r>
              <a:rPr dirty="0" sz="2750" spc="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security </a:t>
            </a:r>
            <a:r>
              <a:rPr dirty="0" sz="2750">
                <a:latin typeface="Arial MT"/>
                <a:cs typeface="Arial MT"/>
              </a:rPr>
              <a:t>Python</a:t>
            </a:r>
            <a:r>
              <a:rPr dirty="0" sz="2750" spc="20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makes</a:t>
            </a:r>
            <a:r>
              <a:rPr dirty="0" sz="2750" spc="1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implementation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simple</a:t>
            </a:r>
            <a:r>
              <a:rPr dirty="0" sz="2750" spc="1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 spc="40">
                <a:latin typeface="Arial MT"/>
                <a:cs typeface="Arial MT"/>
              </a:rPr>
              <a:t>efficient </a:t>
            </a:r>
            <a:r>
              <a:rPr dirty="0" sz="2750">
                <a:latin typeface="Arial MT"/>
                <a:cs typeface="Arial MT"/>
              </a:rPr>
              <a:t>Useful</a:t>
            </a:r>
            <a:r>
              <a:rPr dirty="0" sz="2750" spc="120">
                <a:latin typeface="Arial MT"/>
                <a:cs typeface="Arial MT"/>
              </a:rPr>
              <a:t> for</a:t>
            </a:r>
            <a:r>
              <a:rPr dirty="0" sz="2750" spc="8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students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general</a:t>
            </a:r>
            <a:r>
              <a:rPr dirty="0" sz="2750" spc="1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users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750">
                <a:latin typeface="Arial MT"/>
                <a:cs typeface="Arial MT"/>
              </a:rPr>
              <a:t>Encourages</a:t>
            </a:r>
            <a:r>
              <a:rPr dirty="0" sz="2750" spc="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use</a:t>
            </a:r>
            <a:r>
              <a:rPr dirty="0" sz="2750" spc="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10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strong</a:t>
            </a:r>
            <a:r>
              <a:rPr dirty="0" sz="2750" spc="1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passwords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2026-01-06T08:29:42Z</dcterms:created>
  <dcterms:modified xsi:type="dcterms:W3CDTF">2026-01-06T08:29:42Z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LastSaved">
    <vt:filetime>2026-01-06T00:00:00Z</vt:filetime>
  </property>
</Properties>
</file>